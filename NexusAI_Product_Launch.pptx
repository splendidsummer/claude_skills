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6" r:id="rId20"/>
    <p:sldId id="267" r:id="rId21"/>
    <p:sldId id="268" r:id="rId22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9.xml"/><Relationship Id="rId8" Type="http://schemas.openxmlformats.org/officeDocument/2006/relationships/slide" Target="slides/slide10.xml"/><Relationship Id="rId9" Type="http://schemas.openxmlformats.org/officeDocument/2006/relationships/slide" Target="slides/slide11.xml"/><Relationship Id="rId10" Type="http://schemas.openxmlformats.org/officeDocument/2006/relationships/slide" Target="slides/slide12.xml"/><Relationship Id="rId11" Type="http://schemas.openxmlformats.org/officeDocument/2006/relationships/slide" Target="slides/slide13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6.xml"/><Relationship Id="rId21" Type="http://schemas.openxmlformats.org/officeDocument/2006/relationships/slide" Target="slides/slide7.xml"/><Relationship Id="rId22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66FF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31520" y="16459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MyProduct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731520" y="2651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Next-Generation AI Assistant Platform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3840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Launch 2026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858000" y="3200400"/>
            <a:ext cx="1828800" cy="1828800"/>
          </a:xfrm>
          <a:prstGeom prst="ellipse">
            <a:avLst/>
          </a:prstGeom>
          <a:solidFill>
            <a:srgbClr val="0066FF">
              <a:alpha val="30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FF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Challenge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65760" cy="365760"/>
          </a:xfrm>
          <a:prstGeom prst="ellipse">
            <a:avLst/>
          </a:prstGeom>
          <a:solidFill>
            <a:srgbClr val="0066F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71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13258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信息过载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97280" y="1645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企业每天处理海量数据，效率低下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365760" cy="365760"/>
          </a:xfrm>
          <a:prstGeom prst="ellipse">
            <a:avLst/>
          </a:prstGeom>
          <a:solidFill>
            <a:srgbClr val="0066FF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286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22402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重复劳动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97280" y="25603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员工 40% 时间花在重复性任务上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200400"/>
            <a:ext cx="365760" cy="365760"/>
          </a:xfrm>
          <a:prstGeom prst="ellipse">
            <a:avLst/>
          </a:prstGeom>
          <a:solidFill>
            <a:srgbClr val="0066FF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200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31546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决策延迟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097280" y="34747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缺乏实时洞察，错失市场机会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114800"/>
            <a:ext cx="365760" cy="365760"/>
          </a:xfrm>
          <a:prstGeom prst="ellipse">
            <a:avLst/>
          </a:prstGeom>
          <a:solidFill>
            <a:srgbClr val="0066FF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114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97280" y="4069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成本高昂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97280" y="43891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传统 AI 解决方案部署成本过高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Introducing NexusAI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企业级 AI 助手平台，让智能触手可及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1920240" cy="2560320"/>
          </a:xfrm>
          <a:prstGeom prst="rect">
            <a:avLst/>
          </a:prstGeom>
          <a:solidFill>
            <a:srgbClr val="2A2A2A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1945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智能对话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743200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自然语言交互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理解上下文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60320" y="2011680"/>
            <a:ext cx="1920240" cy="2560320"/>
          </a:xfrm>
          <a:prstGeom prst="rect">
            <a:avLst/>
          </a:prstGeom>
          <a:solidFill>
            <a:srgbClr val="2A2A2A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51760" y="21945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知识管理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651760" y="2743200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自动整理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智能检索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2011680"/>
            <a:ext cx="1920240" cy="2560320"/>
          </a:xfrm>
          <a:prstGeom prst="rect">
            <a:avLst/>
          </a:prstGeom>
          <a:solidFill>
            <a:srgbClr val="2A2A2A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21945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任务自动化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54880" y="2743200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流程优化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效率提升 300%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766560" y="2011680"/>
            <a:ext cx="1920240" cy="2560320"/>
          </a:xfrm>
          <a:prstGeom prst="rect">
            <a:avLst/>
          </a:prstGeom>
          <a:solidFill>
            <a:srgbClr val="2A2A2A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0" y="21945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数据分析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58000" y="2743200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实时洞察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预测分析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FF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Core Features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114800" cy="109728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34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多模态 AI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支持文本、图像、语音、视频多种输入方式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4114800" cy="109728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0" y="1234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毫秒级响应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37760" y="16459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平均响应时间 &lt; 100ms，流畅体验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377440"/>
            <a:ext cx="4114800" cy="109728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514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企业级安全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29260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端到端加密，SOC2 &amp; GDPR 合规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2377440"/>
            <a:ext cx="4114800" cy="109728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2514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无缝集成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37760" y="29260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支持 100+ 第三方应用一键接入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657600"/>
            <a:ext cx="4114800" cy="109728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794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智能分析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080" y="42062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驱动的数据洞察与可视化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3657600"/>
            <a:ext cx="4114800" cy="109728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20" name="Text 18"/>
          <p:cNvSpPr/>
          <p:nvPr/>
        </p:nvSpPr>
        <p:spPr>
          <a:xfrm>
            <a:off x="4937760" y="3794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多语言支持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937760" y="42062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支持 50+ 语言实时翻译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Powered by Cutting-Edge AI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188720"/>
            <a:ext cx="7315200" cy="82296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2801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应用层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200400" y="128016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App | Mobile App | API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2103120"/>
            <a:ext cx="7315200" cy="822960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1945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引擎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200400" y="219456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NLP | CV | Speech | Reasoning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3017520"/>
            <a:ext cx="7315200" cy="822960"/>
          </a:xfrm>
          <a:prstGeom prst="rect">
            <a:avLst/>
          </a:prstGeom>
          <a:solidFill>
            <a:srgbClr val="003D99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31089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200400" y="310896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DB | Knowledge Graph | Cache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14400" y="3931920"/>
            <a:ext cx="7315200" cy="822960"/>
          </a:xfrm>
          <a:prstGeom prst="rect">
            <a:avLst/>
          </a:prstGeom>
          <a:solidFill>
            <a:srgbClr val="002966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40233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基础设施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200400" y="402336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Native | Auto-scaling | Edge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4572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99.9%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14400" y="4937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运行时间保证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0" y="4572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 50ms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3657600" y="4937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P99 延迟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0" y="4572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10M+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400800" y="4937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日处理请求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2743200" cy="2743200"/>
          </a:xfrm>
          <a:prstGeom prst="ellipse">
            <a:avLst/>
          </a:prstGeom>
          <a:solidFill>
            <a:srgbClr val="0066FF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3657600"/>
            <a:ext cx="2286000" cy="2286000"/>
          </a:xfrm>
          <a:prstGeom prst="ellipse">
            <a:avLst/>
          </a:prstGeom>
          <a:solidFill>
            <a:srgbClr val="00FFFF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Ready to Transform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Your Business?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3200400" y="3017520"/>
            <a:ext cx="2743200" cy="73152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0" y="301752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Free Trial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天免费试用 • 无需信用卡 • 随时取消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www.nexusai.com | contact@nexusai.com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0066FF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3200400"/>
            <a:ext cx="2743200" cy="2743200"/>
          </a:xfrm>
          <a:prstGeom prst="ellipse">
            <a:avLst/>
          </a:prstGeom>
          <a:solidFill>
            <a:srgbClr val="00FFFF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Answers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0" y="3474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联系我们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200400" y="39319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📧 contact@nexusai.com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0" y="4206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www.nexusai.com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0" y="4480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@NexusAI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NexusAI - Product Launch</dc:title>
  <dc:subject>PptxGenJS Presentation</dc:subject>
  <dc:creator>Product Team</dc:creator>
  <cp:lastModifiedBy>Product Team</cp:lastModifiedBy>
  <cp:revision>1</cp:revision>
  <dcterms:created xsi:type="dcterms:W3CDTF">2026-03-08T11:08:48Z</dcterms:created>
  <dcterms:modified xsi:type="dcterms:W3CDTF">2026-03-08T11:08:48Z</dcterms:modified>
</cp:coreProperties>
</file>